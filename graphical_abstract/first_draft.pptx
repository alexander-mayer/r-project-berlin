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D1542-A795-20DC-18C7-BB9C84C5D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98D7431-5035-9A03-C2D8-600F8AC56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F5AC75-3D95-5E01-0EEA-F2D5E9D32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1639-3A0F-41D3-9638-7AB6099C97A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FE73CD-4A17-BC50-E481-CD02104C5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EF953C-01FE-D9B2-39EB-98A5241C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7415-535C-4C0B-9E28-0DDA1E94E2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6910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D72B8D-4FD4-0490-8747-9C9BAA9BA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29421D-4181-B4A6-3D47-1AD73C98F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125319-9AD5-C99C-F67C-6C7095470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1639-3A0F-41D3-9638-7AB6099C97A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168BBF-CCC9-C2DE-7898-FDD540F98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3C0282-3508-69CF-3BD9-2E437B25F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7415-535C-4C0B-9E28-0DDA1E94E2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9258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28357A-652C-EC86-9205-994713D00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D13430-9C9C-B440-32EB-C37FD330E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A2872E-7949-9B50-97F7-46F881FF3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1639-3A0F-41D3-9638-7AB6099C97A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1CE372-0FBA-4001-4284-229DA018C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6542FE-C792-DC93-2C37-139C6E4C3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7415-535C-4C0B-9E28-0DDA1E94E2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631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693AF0-54DE-A0AC-E544-2B1A73F26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35DF45-3B21-A2B7-C20E-5779B9A9F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C2AA41-6D3E-ED31-4C25-92FCC434D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3B1415-A36F-7FB0-761E-72AEF1AD9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1639-3A0F-41D3-9638-7AB6099C97A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9BE465-F424-C485-482D-9E9DB0A41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09DB09-F101-E7CC-188B-92709C18F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7415-535C-4C0B-9E28-0DDA1E94E2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0266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DB82F1-527E-01D3-A9A7-74D7A0640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0F71D5-FA2F-7D33-C4E6-D6AC17EC1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4B30AC-E8F1-2D39-1F88-4E576324F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011A4FF-E152-8710-C667-1036286DBA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FAAA45D-0A02-566A-3AA7-87BA96467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00C4D57-5D19-B23A-C395-FEA1E985A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1639-3A0F-41D3-9638-7AB6099C97A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FFB7139-62DC-8981-5B67-945E8891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B7118B4-73C0-27DB-6CAF-B5F3C01B0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7415-535C-4C0B-9E28-0DDA1E94E2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8610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291295-0E30-0ED8-F0A7-9FF417DF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125BB47-B54D-D586-D9C8-A98D35EFD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1639-3A0F-41D3-9638-7AB6099C97A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E8A7B01-7774-A6D5-EADB-10C3C5C5A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20BA4A-F3D4-E8D5-1C51-3715D519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7415-535C-4C0B-9E28-0DDA1E94E2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19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08C0E41-B39C-0FEE-9895-9EA93CF44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1639-3A0F-41D3-9638-7AB6099C97A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C8FA3ED-00A1-A42C-D1F7-7CDF36A49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A47572-9100-8930-F376-309B363C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7415-535C-4C0B-9E28-0DDA1E94E2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69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EDD7A-3B39-0F20-6A47-D540BE746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215485-740D-1779-9E1B-03575D531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27AAAE8-625C-CC50-F105-B4763A742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DA759A-A83B-FB27-0A2B-284E86DF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1639-3A0F-41D3-9638-7AB6099C97A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5EBBEC-08D6-809F-92EE-60754A5D5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B02B49-B7FF-61C6-1FC7-4F40DB72F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7415-535C-4C0B-9E28-0DDA1E94E2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7293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101461-8585-6E20-88FA-E7AA07923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418BD5D-89B8-4279-9D62-35AAD2F8F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884C90-8CFF-029B-01C7-7EAFA6416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46DCD37-9664-841C-6EB1-9B6D086D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1639-3A0F-41D3-9638-7AB6099C97A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6A1844-24CD-43E9-6369-927FE9DE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5F7C74-5B51-8954-6A1D-E57C6F5FC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7415-535C-4C0B-9E28-0DDA1E94E2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7297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182D09-FA66-943B-42C6-76424BE14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5C7E34-C4FB-959C-667F-A0935CC5A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465E15-CFA8-7590-B851-12102DB65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1639-3A0F-41D3-9638-7AB6099C97A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213F4A-4802-98B5-3E33-B620EF569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2271B6-B190-7716-3C41-2283D75B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7415-535C-4C0B-9E28-0DDA1E94E2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5439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B899225-513F-F46B-FEFB-7ECDC2640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4C511E6-AD7A-308B-05DD-09E6BFE0A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E4B066-5CA5-43AD-4F79-C52CA871F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21639-3A0F-41D3-9638-7AB6099C97A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EFEC1C-B6A8-3015-D5CE-7DE5887C4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36C3E5-DE89-B0E5-2C1E-ACE10AD04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E7415-535C-4C0B-9E28-0DDA1E94E2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9015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4FF2C9-9473-5AE6-8F8C-7EA2AD43E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1D39E3-6AEE-E41C-48C4-C8E58B7BD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A20BD5-9CF2-B93F-78FF-6E1237EE8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21639-3A0F-41D3-9638-7AB6099C97A1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4B4D15-B162-24B9-1965-4722D5B64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EB695F-0CCC-1F2F-BC10-077BB73EB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E7415-535C-4C0B-9E28-0DDA1E94E27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1795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FA0F42E-3661-E0E9-C62A-1EFE05D71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697" y="29483"/>
            <a:ext cx="7983198" cy="402422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5AA52EB-9825-D4A1-D28C-E10D22C802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68733" cy="1228189"/>
          </a:xfrm>
          <a:prstGeom prst="rect">
            <a:avLst/>
          </a:prstGeom>
        </p:spPr>
      </p:pic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2CE9261F-2367-CA66-A9FA-C185FA9CC1CA}"/>
              </a:ext>
            </a:extLst>
          </p:cNvPr>
          <p:cNvSpPr/>
          <p:nvPr/>
        </p:nvSpPr>
        <p:spPr>
          <a:xfrm>
            <a:off x="1295370" y="848868"/>
            <a:ext cx="356616" cy="2103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34963A6-9105-BA56-25A0-2E5C1E4CF6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72"/>
          <a:stretch/>
        </p:blipFill>
        <p:spPr>
          <a:xfrm>
            <a:off x="2288050" y="263043"/>
            <a:ext cx="1391613" cy="96899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48B5BF0-A8A8-F873-D567-0B77AD3BFE05}"/>
              </a:ext>
            </a:extLst>
          </p:cNvPr>
          <p:cNvSpPr txBox="1"/>
          <p:nvPr/>
        </p:nvSpPr>
        <p:spPr>
          <a:xfrm>
            <a:off x="2258690" y="1237422"/>
            <a:ext cx="1452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WFS / WMS Data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B2442D67-2C8F-36DF-7AE7-4E07CE603D6A}"/>
              </a:ext>
            </a:extLst>
          </p:cNvPr>
          <p:cNvSpPr/>
          <p:nvPr/>
        </p:nvSpPr>
        <p:spPr>
          <a:xfrm rot="19792458">
            <a:off x="3183280" y="3931600"/>
            <a:ext cx="866903" cy="2442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FA3CE95-7F54-BD42-8213-016F16DF67DC}"/>
              </a:ext>
            </a:extLst>
          </p:cNvPr>
          <p:cNvSpPr txBox="1"/>
          <p:nvPr/>
        </p:nvSpPr>
        <p:spPr>
          <a:xfrm>
            <a:off x="242015" y="4093359"/>
            <a:ext cx="28765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Select </a:t>
            </a:r>
            <a:r>
              <a:rPr lang="de-DE" dirty="0" err="1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two</a:t>
            </a:r>
            <a:r>
              <a:rPr lang="de-DE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 </a:t>
            </a:r>
            <a:r>
              <a:rPr lang="de-DE" dirty="0" err="1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data</a:t>
            </a:r>
            <a:r>
              <a:rPr lang="de-DE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 </a:t>
            </a:r>
            <a:r>
              <a:rPr lang="de-DE" dirty="0" err="1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frames</a:t>
            </a:r>
            <a:r>
              <a:rPr lang="de-DE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 (df1, df2) &amp; </a:t>
            </a:r>
            <a:r>
              <a:rPr lang="de-DE" dirty="0" err="1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create</a:t>
            </a:r>
            <a:r>
              <a:rPr lang="de-DE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         2D-Colormap</a:t>
            </a:r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5B747903-8C35-568B-B60B-6BF1C37429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36"/>
          <a:stretch/>
        </p:blipFill>
        <p:spPr>
          <a:xfrm>
            <a:off x="155238" y="5115723"/>
            <a:ext cx="2876529" cy="1517057"/>
          </a:xfrm>
          <a:prstGeom prst="rect">
            <a:avLst/>
          </a:prstGeom>
        </p:spPr>
      </p:pic>
      <p:sp>
        <p:nvSpPr>
          <p:cNvPr id="56" name="Rechteck 55">
            <a:extLst>
              <a:ext uri="{FF2B5EF4-FFF2-40B4-BE49-F238E27FC236}">
                <a16:creationId xmlns:a16="http://schemas.microsoft.com/office/drawing/2014/main" id="{8A786CF1-E8E2-A8C8-89D7-9578A15257CA}"/>
              </a:ext>
            </a:extLst>
          </p:cNvPr>
          <p:cNvSpPr/>
          <p:nvPr/>
        </p:nvSpPr>
        <p:spPr>
          <a:xfrm>
            <a:off x="4144122" y="4458375"/>
            <a:ext cx="3045968" cy="21753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B0C3FAB7-66BE-E941-DC97-77872D40D8C2}"/>
              </a:ext>
            </a:extLst>
          </p:cNvPr>
          <p:cNvSpPr/>
          <p:nvPr/>
        </p:nvSpPr>
        <p:spPr>
          <a:xfrm>
            <a:off x="9120154" y="4400647"/>
            <a:ext cx="3045968" cy="22057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3801DFBC-0208-A5C5-7FB5-4E83F05275D5}"/>
              </a:ext>
            </a:extLst>
          </p:cNvPr>
          <p:cNvSpPr txBox="1"/>
          <p:nvPr/>
        </p:nvSpPr>
        <p:spPr>
          <a:xfrm>
            <a:off x="-92982" y="1272843"/>
            <a:ext cx="2136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Environmental &amp; social </a:t>
            </a:r>
            <a:r>
              <a:rPr lang="de-DE" dirty="0" err="1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factors</a:t>
            </a:r>
            <a:endParaRPr lang="de-DE" dirty="0"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8FDE48DB-934A-41C9-9ED3-A02F6E7A93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745" y="4545734"/>
            <a:ext cx="2687398" cy="1915562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0C37B490-00B0-BB4B-23BF-0B7637DE72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059" y="4555024"/>
            <a:ext cx="2777703" cy="198204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861F7349-A804-BB9F-C746-31AF3833EE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0131" y="4883863"/>
            <a:ext cx="1569981" cy="945248"/>
          </a:xfrm>
          <a:prstGeom prst="rect">
            <a:avLst/>
          </a:prstGeom>
        </p:spPr>
      </p:pic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F50DAE43-E2DA-C6A3-5D3B-0B64549164D9}"/>
              </a:ext>
            </a:extLst>
          </p:cNvPr>
          <p:cNvCxnSpPr>
            <a:cxnSpLocks/>
            <a:stCxn id="3" idx="2"/>
            <a:endCxn id="57" idx="0"/>
          </p:cNvCxnSpPr>
          <p:nvPr/>
        </p:nvCxnSpPr>
        <p:spPr>
          <a:xfrm>
            <a:off x="8179296" y="4053711"/>
            <a:ext cx="2463842" cy="34693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4F68A3DD-3273-566A-A80F-B568D1142623}"/>
              </a:ext>
            </a:extLst>
          </p:cNvPr>
          <p:cNvCxnSpPr>
            <a:cxnSpLocks/>
            <a:stCxn id="3" idx="2"/>
            <a:endCxn id="56" idx="0"/>
          </p:cNvCxnSpPr>
          <p:nvPr/>
        </p:nvCxnSpPr>
        <p:spPr>
          <a:xfrm flipH="1">
            <a:off x="5667106" y="4053711"/>
            <a:ext cx="2512190" cy="40466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Pfeil: nach rechts 1">
            <a:extLst>
              <a:ext uri="{FF2B5EF4-FFF2-40B4-BE49-F238E27FC236}">
                <a16:creationId xmlns:a16="http://schemas.microsoft.com/office/drawing/2014/main" id="{EEF2B869-ADA6-402B-D594-278C40343EB6}"/>
              </a:ext>
            </a:extLst>
          </p:cNvPr>
          <p:cNvSpPr/>
          <p:nvPr/>
        </p:nvSpPr>
        <p:spPr>
          <a:xfrm rot="8624560">
            <a:off x="1515485" y="2016469"/>
            <a:ext cx="1306286" cy="1583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DF90643-A1C3-912A-100D-C46BCB6C1B6B}"/>
              </a:ext>
            </a:extLst>
          </p:cNvPr>
          <p:cNvSpPr txBox="1"/>
          <p:nvPr/>
        </p:nvSpPr>
        <p:spPr>
          <a:xfrm>
            <a:off x="502366" y="2556554"/>
            <a:ext cx="2136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Filter, </a:t>
            </a:r>
            <a:r>
              <a:rPr lang="de-DE" dirty="0" err="1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reclassify</a:t>
            </a:r>
            <a:r>
              <a:rPr lang="de-DE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, </a:t>
            </a:r>
            <a:r>
              <a:rPr lang="de-DE" dirty="0" err="1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rasterize</a:t>
            </a:r>
            <a:r>
              <a:rPr lang="de-DE" dirty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, </a:t>
            </a:r>
            <a:r>
              <a:rPr lang="de-DE" dirty="0" err="1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reproject</a:t>
            </a:r>
            <a:endParaRPr lang="de-DE" dirty="0"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B5D5814F-7FB6-9979-6574-9BD37BA7F980}"/>
              </a:ext>
            </a:extLst>
          </p:cNvPr>
          <p:cNvSpPr/>
          <p:nvPr/>
        </p:nvSpPr>
        <p:spPr>
          <a:xfrm>
            <a:off x="2638835" y="2695825"/>
            <a:ext cx="1306286" cy="2226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CE44C33-C798-85AC-9541-6989A6050DA7}"/>
              </a:ext>
            </a:extLst>
          </p:cNvPr>
          <p:cNvSpPr/>
          <p:nvPr/>
        </p:nvSpPr>
        <p:spPr>
          <a:xfrm>
            <a:off x="3918145" y="-27397"/>
            <a:ext cx="8799477" cy="10562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Environmental and </a:t>
            </a:r>
            <a:r>
              <a:rPr lang="de-DE" b="1" dirty="0" err="1"/>
              <a:t>Social</a:t>
            </a:r>
            <a:r>
              <a:rPr lang="de-DE" b="1" dirty="0"/>
              <a:t> </a:t>
            </a:r>
            <a:r>
              <a:rPr lang="de-DE" b="1" dirty="0" err="1"/>
              <a:t>Indicators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Berlin:</a:t>
            </a:r>
          </a:p>
          <a:p>
            <a:pPr algn="ctr"/>
            <a:r>
              <a:rPr lang="de-DE" dirty="0"/>
              <a:t>2D-Data </a:t>
            </a:r>
            <a:r>
              <a:rPr lang="de-DE" dirty="0" err="1"/>
              <a:t>Visualisation</a:t>
            </a:r>
            <a:r>
              <a:rPr lang="de-DE" dirty="0"/>
              <a:t> and </a:t>
            </a:r>
            <a:r>
              <a:rPr lang="de-DE" dirty="0" err="1"/>
              <a:t>Statistics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7973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Breitbild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Artifakt Element Medium</vt:lpstr>
      <vt:lpstr>Office</vt:lpstr>
      <vt:lpstr>PowerPoint-Präsentation</vt:lpstr>
    </vt:vector>
  </TitlesOfParts>
  <Company>DLR e.V.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Engert, Rosina</dc:creator>
  <cp:lastModifiedBy>Alexander Mayer</cp:lastModifiedBy>
  <cp:revision>8</cp:revision>
  <dcterms:created xsi:type="dcterms:W3CDTF">2026-01-22T08:51:08Z</dcterms:created>
  <dcterms:modified xsi:type="dcterms:W3CDTF">2026-01-26T13:56:05Z</dcterms:modified>
</cp:coreProperties>
</file>