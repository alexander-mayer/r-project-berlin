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84" y="4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6D1542-A795-20DC-18C7-BB9C84C5D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98D7431-5035-9A03-C2D8-600F8AC566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F5AC75-3D95-5E01-0EEA-F2D5E9D32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FE73CD-4A17-BC50-E481-CD02104C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9EF953C-01FE-D9B2-39EB-98A5241C0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6910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D72B8D-4FD4-0490-8747-9C9BAA9BA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29421D-4181-B4A6-3D47-1AD73C98F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125319-9AD5-C99C-F67C-6C7095470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168BBF-CCC9-C2DE-7898-FDD540F98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C3C0282-3508-69CF-3BD9-2E437B25F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258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8357A-652C-EC86-9205-994713D00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D13430-9C9C-B440-32EB-C37FD330E7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A2872E-7949-9B50-97F7-46F881FF3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1CE372-0FBA-4001-4284-229DA018C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6542FE-C792-DC93-2C37-139C6E4C3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4631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693AF0-54DE-A0AC-E544-2B1A73F26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35DF45-3B21-A2B7-C20E-5779B9A9F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FC2AA41-6D3E-ED31-4C25-92FCC434D9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B3B1415-A36F-7FB0-761E-72AEF1AD9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79BE465-F424-C485-482D-9E9DB0A41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9DB09-F101-E7CC-188B-92709C18F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0266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B82F1-527E-01D3-A9A7-74D7A0640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0F71D5-FA2F-7D33-C4E6-D6AC17EC1A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4B30AC-E8F1-2D39-1F88-4E576324F7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011A4FF-E152-8710-C667-1036286DBA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FAAA45D-0A02-566A-3AA7-87BA964675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00C4D57-5D19-B23A-C395-FEA1E985A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FFB7139-62DC-8981-5B67-945E8891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B7118B4-73C0-27DB-6CAF-B5F3C01B0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8610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291295-0E30-0ED8-F0A7-9FF417DFF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125BB47-B54D-D586-D9C8-A98D35EFD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E8A7B01-7774-A6D5-EADB-10C3C5C5A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20BA4A-F3D4-E8D5-1C51-3715D5196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19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08C0E41-B39C-0FEE-9895-9EA93CF44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C8FA3ED-00A1-A42C-D1F7-7CDF36A49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EA47572-9100-8930-F376-309B363CC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569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0EDD7A-3B39-0F20-6A47-D540BE746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215485-740D-1779-9E1B-03575D531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27AAAE8-625C-CC50-F105-B4763A742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EDA759A-A83B-FB27-0A2B-284E86DF6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65EBBEC-08D6-809F-92EE-60754A5D5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4B02B49-B7FF-61C6-1FC7-4F40DB72F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7293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101461-8585-6E20-88FA-E7AA07923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418BD5D-89B8-4279-9D62-35AAD2F8FD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884C90-8CFF-029B-01C7-7EAFA6416E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46DCD37-9664-841C-6EB1-9B6D086D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26A1844-24CD-43E9-6369-927FE9DE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55F7C74-5B51-8954-6A1D-E57C6F5F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7297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182D09-FA66-943B-42C6-76424BE14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85C7E34-C4FB-959C-667F-A0935CC5A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B465E15-CFA8-7590-B851-12102DB65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9213F4A-4802-98B5-3E33-B620EF569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2271B6-B190-7716-3C41-2283D75BE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5439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B899225-513F-F46B-FEFB-7ECDC26409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4C511E6-AD7A-308B-05DD-09E6BFE0AF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E4B066-5CA5-43AD-4F79-C52CA871F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5EFEC1C-B6A8-3015-D5CE-7DE5887C4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36C3E5-DE89-B0E5-2C1E-ACE10AD04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9015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4FF2C9-9473-5AE6-8F8C-7EA2AD43E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01D39E3-6AEE-E41C-48C4-C8E58B7BD0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A20BD5-9CF2-B93F-78FF-6E1237EE81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321639-3A0F-41D3-9638-7AB6099C97A1}" type="datetimeFigureOut">
              <a:rPr lang="de-DE" smtClean="0"/>
              <a:t>22.01.2026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C4B4D15-B162-24B9-1965-4722D5B647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EB695F-0CCC-1F2F-BC10-077BB73EB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1795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5AA52EB-9825-D4A1-D28C-E10D22C802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168733" cy="1228189"/>
          </a:xfrm>
          <a:prstGeom prst="rect">
            <a:avLst/>
          </a:prstGeom>
        </p:spPr>
      </p:pic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2CE9261F-2367-CA66-A9FA-C185FA9CC1CA}"/>
              </a:ext>
            </a:extLst>
          </p:cNvPr>
          <p:cNvSpPr/>
          <p:nvPr/>
        </p:nvSpPr>
        <p:spPr>
          <a:xfrm>
            <a:off x="1973573" y="818388"/>
            <a:ext cx="356616" cy="2103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34963A6-9105-BA56-25A0-2E5C1E4CF6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172"/>
          <a:stretch/>
        </p:blipFill>
        <p:spPr>
          <a:xfrm>
            <a:off x="2526532" y="141998"/>
            <a:ext cx="1391613" cy="96899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48B5BF0-A8A8-F873-D567-0B77AD3BFE05}"/>
              </a:ext>
            </a:extLst>
          </p:cNvPr>
          <p:cNvSpPr txBox="1"/>
          <p:nvPr/>
        </p:nvSpPr>
        <p:spPr>
          <a:xfrm>
            <a:off x="2491854" y="1173326"/>
            <a:ext cx="14520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WFS / WMS Data</a:t>
            </a:r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2442D67-2C8F-36DF-7AE7-4E07CE603D6A}"/>
              </a:ext>
            </a:extLst>
          </p:cNvPr>
          <p:cNvSpPr/>
          <p:nvPr/>
        </p:nvSpPr>
        <p:spPr>
          <a:xfrm>
            <a:off x="4128689" y="818387"/>
            <a:ext cx="356616" cy="2103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FA3CE95-7F54-BD42-8213-016F16DF67DC}"/>
              </a:ext>
            </a:extLst>
          </p:cNvPr>
          <p:cNvSpPr txBox="1"/>
          <p:nvPr/>
        </p:nvSpPr>
        <p:spPr>
          <a:xfrm>
            <a:off x="4660064" y="116598"/>
            <a:ext cx="17576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Select </a:t>
            </a:r>
            <a:r>
              <a:rPr lang="de-DE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two</a:t>
            </a:r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 </a:t>
            </a:r>
            <a:r>
              <a:rPr lang="de-DE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data</a:t>
            </a:r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 </a:t>
            </a:r>
            <a:r>
              <a:rPr lang="de-DE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frames</a:t>
            </a:r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 (df1, df2) &amp; </a:t>
            </a:r>
            <a:r>
              <a:rPr lang="de-DE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create</a:t>
            </a:r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         2D-Colormap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C47150C-6A25-8860-EA9B-341AF6AA9DF2}"/>
              </a:ext>
            </a:extLst>
          </p:cNvPr>
          <p:cNvSpPr/>
          <p:nvPr/>
        </p:nvSpPr>
        <p:spPr>
          <a:xfrm>
            <a:off x="17998" y="2046578"/>
            <a:ext cx="8448880" cy="48114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3FF68BC-28A3-E333-8911-00EE2686CB8A}"/>
              </a:ext>
            </a:extLst>
          </p:cNvPr>
          <p:cNvSpPr txBox="1"/>
          <p:nvPr/>
        </p:nvSpPr>
        <p:spPr>
          <a:xfrm>
            <a:off x="1069848" y="3097871"/>
            <a:ext cx="1920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Berlin Karte (</a:t>
            </a:r>
            <a:r>
              <a:rPr lang="de-DE" dirty="0" err="1"/>
              <a:t>Bsp</a:t>
            </a:r>
            <a:r>
              <a:rPr lang="de-DE" dirty="0"/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302682C-A2A9-79EA-9845-75F5A36E9CB4}"/>
              </a:ext>
            </a:extLst>
          </p:cNvPr>
          <p:cNvSpPr/>
          <p:nvPr/>
        </p:nvSpPr>
        <p:spPr>
          <a:xfrm>
            <a:off x="9133346" y="818387"/>
            <a:ext cx="3045968" cy="128295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2EAD53CE-4981-5EA7-19D6-659AB790E29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 flipV="1">
            <a:off x="8466878" y="1459864"/>
            <a:ext cx="666468" cy="29924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09AA2552-A521-1CD8-D59D-8DB212319F06}"/>
              </a:ext>
            </a:extLst>
          </p:cNvPr>
          <p:cNvCxnSpPr>
            <a:cxnSpLocks/>
            <a:stCxn id="15" idx="3"/>
            <a:endCxn id="55" idx="1"/>
          </p:cNvCxnSpPr>
          <p:nvPr/>
        </p:nvCxnSpPr>
        <p:spPr>
          <a:xfrm flipV="1">
            <a:off x="8466878" y="3097871"/>
            <a:ext cx="658049" cy="1354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F68A3DD-3273-566A-A80F-B568D1142623}"/>
              </a:ext>
            </a:extLst>
          </p:cNvPr>
          <p:cNvCxnSpPr>
            <a:cxnSpLocks/>
            <a:stCxn id="15" idx="3"/>
            <a:endCxn id="56" idx="1"/>
          </p:cNvCxnSpPr>
          <p:nvPr/>
        </p:nvCxnSpPr>
        <p:spPr>
          <a:xfrm>
            <a:off x="8466878" y="4452289"/>
            <a:ext cx="661156" cy="1870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50DAE43-E2DA-C6A3-5D3B-0B64549164D9}"/>
              </a:ext>
            </a:extLst>
          </p:cNvPr>
          <p:cNvCxnSpPr>
            <a:cxnSpLocks/>
            <a:stCxn id="15" idx="3"/>
            <a:endCxn id="57" idx="1"/>
          </p:cNvCxnSpPr>
          <p:nvPr/>
        </p:nvCxnSpPr>
        <p:spPr>
          <a:xfrm>
            <a:off x="8466878" y="4452289"/>
            <a:ext cx="661156" cy="1758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8C82412A-E519-38CD-4C50-BBB4F4E92CFD}"/>
              </a:ext>
            </a:extLst>
          </p:cNvPr>
          <p:cNvSpPr txBox="1"/>
          <p:nvPr/>
        </p:nvSpPr>
        <p:spPr>
          <a:xfrm>
            <a:off x="9471891" y="1028698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Häufigkeitsverteilung A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D004D338-D184-7286-0979-3C77610B906D}"/>
              </a:ext>
            </a:extLst>
          </p:cNvPr>
          <p:cNvSpPr txBox="1"/>
          <p:nvPr/>
        </p:nvSpPr>
        <p:spPr>
          <a:xfrm>
            <a:off x="9622035" y="141998"/>
            <a:ext cx="231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Further Analysis</a:t>
            </a:r>
          </a:p>
        </p:txBody>
      </p:sp>
      <p:sp>
        <p:nvSpPr>
          <p:cNvPr id="44" name="Pfeil: nach rechts 43">
            <a:extLst>
              <a:ext uri="{FF2B5EF4-FFF2-40B4-BE49-F238E27FC236}">
                <a16:creationId xmlns:a16="http://schemas.microsoft.com/office/drawing/2014/main" id="{CBC086A0-772A-4009-565D-4861FBE4F1EC}"/>
              </a:ext>
            </a:extLst>
          </p:cNvPr>
          <p:cNvSpPr/>
          <p:nvPr/>
        </p:nvSpPr>
        <p:spPr>
          <a:xfrm rot="5400000">
            <a:off x="6235362" y="1676767"/>
            <a:ext cx="356616" cy="2103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9" name="Grafik 38">
            <a:extLst>
              <a:ext uri="{FF2B5EF4-FFF2-40B4-BE49-F238E27FC236}">
                <a16:creationId xmlns:a16="http://schemas.microsoft.com/office/drawing/2014/main" id="{5B747903-8C35-568B-B60B-6BF1C3742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36"/>
          <a:stretch/>
        </p:blipFill>
        <p:spPr>
          <a:xfrm>
            <a:off x="6308514" y="434147"/>
            <a:ext cx="2158364" cy="1138303"/>
          </a:xfrm>
          <a:prstGeom prst="rect">
            <a:avLst/>
          </a:prstGeom>
        </p:spPr>
      </p:pic>
      <p:sp>
        <p:nvSpPr>
          <p:cNvPr id="55" name="Rechteck 54">
            <a:extLst>
              <a:ext uri="{FF2B5EF4-FFF2-40B4-BE49-F238E27FC236}">
                <a16:creationId xmlns:a16="http://schemas.microsoft.com/office/drawing/2014/main" id="{8FE65A14-0995-69ED-9045-3E443DAFF360}"/>
              </a:ext>
            </a:extLst>
          </p:cNvPr>
          <p:cNvSpPr/>
          <p:nvPr/>
        </p:nvSpPr>
        <p:spPr>
          <a:xfrm>
            <a:off x="9124927" y="2456394"/>
            <a:ext cx="3045968" cy="128295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8A786CF1-E8E2-A8C8-89D7-9578A15257CA}"/>
              </a:ext>
            </a:extLst>
          </p:cNvPr>
          <p:cNvSpPr/>
          <p:nvPr/>
        </p:nvSpPr>
        <p:spPr>
          <a:xfrm>
            <a:off x="9128034" y="3997814"/>
            <a:ext cx="3045968" cy="128295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0C3FAB7-66BE-E941-DC97-77872D40D8C2}"/>
              </a:ext>
            </a:extLst>
          </p:cNvPr>
          <p:cNvSpPr/>
          <p:nvPr/>
        </p:nvSpPr>
        <p:spPr>
          <a:xfrm>
            <a:off x="9128034" y="5569299"/>
            <a:ext cx="3045968" cy="128295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06890C6-636E-73A1-21D9-0934A49A9318}"/>
              </a:ext>
            </a:extLst>
          </p:cNvPr>
          <p:cNvSpPr txBox="1"/>
          <p:nvPr/>
        </p:nvSpPr>
        <p:spPr>
          <a:xfrm>
            <a:off x="9582754" y="2715355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Häufigkeitsverteilung B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68EDAC1-A5A4-2A5A-C467-9F5B5554F705}"/>
              </a:ext>
            </a:extLst>
          </p:cNvPr>
          <p:cNvSpPr txBox="1"/>
          <p:nvPr/>
        </p:nvSpPr>
        <p:spPr>
          <a:xfrm>
            <a:off x="9622035" y="4380312"/>
            <a:ext cx="1645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Scatterplot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3801DFBC-0208-A5C5-7FB5-4E83F05275D5}"/>
              </a:ext>
            </a:extLst>
          </p:cNvPr>
          <p:cNvSpPr txBox="1"/>
          <p:nvPr/>
        </p:nvSpPr>
        <p:spPr>
          <a:xfrm>
            <a:off x="-122233" y="1173326"/>
            <a:ext cx="2136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Environmental &amp; social </a:t>
            </a:r>
            <a:r>
              <a:rPr lang="de-DE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factors</a:t>
            </a:r>
            <a:endParaRPr lang="de-DE" dirty="0">
              <a:latin typeface="Artifakt Element Medium" panose="020B0603050000020004" pitchFamily="34" charset="0"/>
              <a:ea typeface="Artifakt Element Medium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7973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</Words>
  <Application>Microsoft Office PowerPoint</Application>
  <PresentationFormat>Breitbild</PresentationFormat>
  <Paragraphs>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Artifakt Element Medium</vt:lpstr>
      <vt:lpstr>Office</vt:lpstr>
      <vt:lpstr>PowerPoint-Präsentation</vt:lpstr>
    </vt:vector>
  </TitlesOfParts>
  <Company>DLR e.V.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Engert, Rosina</dc:creator>
  <cp:lastModifiedBy>Engert, Rosina</cp:lastModifiedBy>
  <cp:revision>4</cp:revision>
  <dcterms:created xsi:type="dcterms:W3CDTF">2026-01-22T08:51:08Z</dcterms:created>
  <dcterms:modified xsi:type="dcterms:W3CDTF">2026-01-22T09:42:13Z</dcterms:modified>
</cp:coreProperties>
</file>